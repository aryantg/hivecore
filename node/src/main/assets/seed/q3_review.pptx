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Meridian Traders sales team</a:t>
            </a:r>
          </a:p>
          <a:p>
            <a:r>
              <a:rPr sz="2800"/>
              <a:t>July to September 2026</a:t>
            </a:r>
          </a:p>
          <a:p>
            <a:r>
              <a:rPr sz="2800"/>
              <a:t>Prepared by the sales operations desk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Results for the quarter</a:t>
            </a:r>
          </a:p>
          <a:p>
            <a:r>
              <a:rPr sz="2800"/>
              <a:t>What drove the numbers</a:t>
            </a:r>
          </a:p>
          <a:p>
            <a:r>
              <a:rPr sz="2800"/>
              <a:t>Plan for the next quarter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priorities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Win back the top ten dormant accounts in the West</a:t>
            </a:r>
          </a:p>
          <a:p>
            <a:r>
              <a:rPr sz="2800"/>
              <a:t>Launch the premium catalogue in the South</a:t>
            </a:r>
          </a:p>
          <a:p>
            <a:r>
              <a:rPr sz="2800"/>
              <a:t>Cut the order-to-dispatch cycle to 48 hours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Headline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Bookings grew 11 percent over the previous quarter</a:t>
            </a:r>
          </a:p>
          <a:p>
            <a:r>
              <a:rPr sz="2800"/>
              <a:t>Units shipped rose 8 percent</a:t>
            </a:r>
          </a:p>
          <a:p>
            <a:r>
              <a:rPr sz="2800"/>
              <a:t>Average order value held steady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West territory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Six dormant accounts reactivated</a:t>
            </a:r>
          </a:p>
          <a:p>
            <a:r>
              <a:rPr sz="2800"/>
              <a:t>Two large distributors signed in Pune</a:t>
            </a:r>
          </a:p>
          <a:p>
            <a:r>
              <a:rPr sz="2800"/>
              <a:t>Pipeline for October looks strong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South territory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Premium catalogue launched in Chennai and Bengaluru</a:t>
            </a:r>
          </a:p>
          <a:p>
            <a:r>
              <a:rPr sz="2800"/>
              <a:t>Early orders above forecast</a:t>
            </a:r>
          </a:p>
          <a:p>
            <a:r>
              <a:rPr sz="2800"/>
              <a:t>Field team fully staffed since August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North territory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Steady run rate across Delhi and Jaipur</a:t>
            </a:r>
          </a:p>
          <a:p>
            <a:r>
              <a:rPr sz="2800"/>
              <a:t>One distributor lost to a price war</a:t>
            </a:r>
          </a:p>
          <a:p>
            <a:r>
              <a:rPr sz="2800"/>
              <a:t>Recovery plan agreed with the territory head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East territory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Kolkata depot opened in July</a:t>
            </a:r>
          </a:p>
          <a:p>
            <a:r>
              <a:rPr sz="2800"/>
              <a:t>Dispatch times improved by a full day</a:t>
            </a:r>
          </a:p>
          <a:p>
            <a:r>
              <a:rPr sz="2800"/>
              <a:t>Two new reps hired in September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Dispatch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Order-to-dispatch now averages 52 hours</a:t>
            </a:r>
          </a:p>
          <a:p>
            <a:r>
              <a:rPr sz="2800"/>
              <a:t>Target of 48 hours missed by four hours</a:t>
            </a:r>
          </a:p>
          <a:p>
            <a:r>
              <a:rPr sz="2800"/>
              <a:t>Packaging vendor change planned for October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and discounts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Discount approvals moved to the CRM</a:t>
            </a:r>
          </a:p>
          <a:p>
            <a:r>
              <a:rPr sz="2800"/>
              <a:t>Average discount fell from 9 to 7 percent</a:t>
            </a:r>
          </a:p>
          <a:p>
            <a:r>
              <a:rPr sz="2800"/>
              <a:t>Margin improved on repeat orders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feedback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Net promoter score rose to 41</a:t>
            </a:r>
          </a:p>
          <a:p>
            <a:r>
              <a:rPr sz="2800"/>
              <a:t>Complaints about delivery fell by a third</a:t>
            </a:r>
          </a:p>
          <a:p>
            <a:r>
              <a:rPr sz="2800"/>
              <a:t>Requests for a mobile ordering app are growing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Fuel surcharge pressure on transport costs</a:t>
            </a:r>
          </a:p>
          <a:p>
            <a:r>
              <a:rPr sz="2800"/>
              <a:t>Competitor launch expected in the North</a:t>
            </a:r>
          </a:p>
          <a:p>
            <a:r>
              <a:rPr sz="2800"/>
              <a:t>Two senior reps due for retention review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quarter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Hit 48 hours on dispatch with the new packaging vendor</a:t>
            </a:r>
          </a:p>
          <a:p>
            <a:r>
              <a:rPr sz="2800"/>
              <a:t>Double the premium catalogue footprint</a:t>
            </a:r>
          </a:p>
          <a:p>
            <a:r>
              <a:rPr sz="2800"/>
              <a:t>Pilot the mobile ordering app with twenty accounts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Questions to the sales operations desk</a:t>
            </a:r>
          </a:p>
          <a:p>
            <a:r>
              <a:rPr sz="2800"/>
              <a:t>Deck shared on the Sales phone</a:t>
            </a:r>
          </a:p>
          <a:p>
            <a:r>
              <a:rPr sz="2800"/>
              <a:t>End of Q3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 review</dc:title>
  <dc:subject/>
  <dc:creator>Meridian Traders Sales</dc:creator>
  <cp:keywords/>
  <dc:description>generated using python-pptx</dc:description>
  <cp:lastModifiedBy>Sales</cp:lastModifiedBy>
  <cp:revision>1</cp:revision>
  <dcterms:created xsi:type="dcterms:W3CDTF">2026-10-10T09:00:00Z</dcterms:created>
  <dcterms:modified xsi:type="dcterms:W3CDTF">2026-10-10T09:00:00Z</dcterms:modified>
  <cp:category/>
</cp:coreProperties>
</file>